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00000" y="1100000"/>
            <a:ext cx="1600000" cy="1600000"/>
          </a:xfrm>
          <a:prstGeom prst="ellipse">
            <a:avLst/>
          </a:prstGeom>
          <a:solidFill>
            <a:srgbClr val="23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00000" y="3600000"/>
            <a:ext cx="700000" cy="700000"/>
          </a:xfrm>
          <a:prstGeom prst="ellipse">
            <a:avLst/>
          </a:prstGeom>
          <a:solidFill>
            <a:srgbClr val="2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OCP Java SE 21 — Exam 1Z0-830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38B1A"/>
                </a:solidFill>
                <a:latin typeface="Calibri"/>
              </a:rPr>
              <a:t>Chapter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Class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Inheritance · Constructors · Overriding · Polymorphism · Abstraction · Immutability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Boyarsky &amp; Selikoff  |  Weekly Study Prep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0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Chapter 6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0000" y="137160"/>
            <a:ext cx="372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Class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800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000" y="9800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Class Modifiers &amp; Inheritance Basics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final, abstract, sealed, static · single inheritance · access modifiers · private members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74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675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00" y="16675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Constructors, this &amp; super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this() vs super() · constructor overloading · default constructor insertion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49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550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00" y="23550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Order of Initialization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class init vs instance init · constructor call chains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424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425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00" y="30425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Overriding, Overloading &amp; Hiding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the 5 override rules · private/final methods · variable &amp; static hiding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299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300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00" y="37300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Polymorphism &amp; Casting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reference vs object type · virtual invocation · upcasting &amp; downcasting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174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175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00" y="44175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Abstract Classes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abstract rules · modifier incompatibilities · concrete subclass obligations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049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050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00" y="51050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Immutable Objects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the 5 immutability rules · defensive copies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92499"/>
            <a:ext cx="11247120" cy="1500"/>
          </a:xfrm>
          <a:prstGeom prst="rect">
            <a:avLst/>
          </a:prstGeom>
          <a:solidFill>
            <a:srgbClr val="2B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792500"/>
            <a:ext cx="56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38B1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00" y="5792500"/>
            <a:ext cx="10300000" cy="68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Review &amp; Key Takeaways</a:t>
            </a:r>
          </a:p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common mistakes, generalized into rules to drill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Class Modifiers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Class Modifiers &amp;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final — the class may not be extended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abstract — may contain abstract methods; needs a concrete subclass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sealed — extendable only by a specific permitted list of classes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non-sealed — a sealed subclass reopens extension to unnamed subclasses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static — used only for static nested classes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top-level class is never private or protected — only public or package-private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2301550"/>
            <a:ext cx="5743192" cy="20169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2301550"/>
            <a:ext cx="5523736" cy="2016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final class Robin { }        // OK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Bird { }      // OK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final abstract class Hawk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DOES NOT COMPILE — contradiction: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final forbids extension, abstract requires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sealed/non-sealed get a deep dive in Ch. 7 — here, just know they're valid class modifiers.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Single Inheritance &amp; Access Modifiers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Class Modifiers &amp;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class extends exactly ONE direct superclass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Inheritance is transitive — multiple LEVELS are fine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Java has NO multiple inheritance of classes (only of interfaces)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Object is the implicit superclass of every class with no extends clause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4 access levels: public, protected, package-private, private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protected grants access to subclasses AND same-package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2145975"/>
            <a:ext cx="5743192" cy="23280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2145975"/>
            <a:ext cx="5523736" cy="2328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A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B extends A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OK — single direct parent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C extends A, B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no multiple inheritance of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a package-private member is invisible to a subclass sitting in a different package — even though it's a subclass.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private members are NEVER inherited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Class Modifiers &amp;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24825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 subclass does not gain direct access to a parent's private fields or methods —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not even through inheritance. The parent can still hold and use that data internally;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the child class just can't reach it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44825"/>
            <a:ext cx="11247120" cy="29503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544825"/>
            <a:ext cx="11027664" cy="2950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BigCat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int size = 50;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Spider extends BigCat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void printSize()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System.out.println(size);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DOES NOT COMPILE — size is private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35175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if a parent and child declare the SAME private method signature, that's not an override — see Section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this vs super — Reference vs Constructor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Constructors, this &amp; super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this — refers to the current instance; resolves to NARROWEST scope first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this() — calls another constructor in the SAME class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super — accesses members of the DIRECT parent class only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super() — calls the parent's constructor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this()/super() must be the FIRST statement — never both, never twice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this and super cannot be used in a static context — there's no instance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990400"/>
            <a:ext cx="5743192" cy="2639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990400"/>
            <a:ext cx="5523736" cy="263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Penguin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String name;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void setName(String name)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this.name = name;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'this' mandatory — same name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as the parameter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if neither this() nor super() is written, the compiler silently inserts a no-arg super() for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Constructor Overloading &amp; Default Constructor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Constructors, this &amp; super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class can have many overloaded constructors with distinct signatures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Default constructor: public, no-args, empty body — compiler-generated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Inserted ONLY when the class declares NO constructors at all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Constructors are never inherited — a subclass must declare its own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Cyclic this() calls are a compile error — no infinite recursion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990400"/>
            <a:ext cx="5743192" cy="2639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990400"/>
            <a:ext cx="5523736" cy="263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Mammal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Mammal(int age)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explicit ctor — no default inserted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Seal extends Mammal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implicit super() needs Mammal(),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which doesn't exist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overloaded constructors resolve by argument list using the exact same rules as overloaded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default ctor needs ZERO declared 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Constructors, this &amp; super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69250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The instant a class declares even one constructor, the compiler stops generating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the no-arg default. A subclass relying on implicit super() then fails to compile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unless the parent has — or the subclass explicitly calls — a matching constructor.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89250"/>
            <a:ext cx="11247120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89250"/>
            <a:ext cx="11027664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Mammal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Mammal(int age)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Seal extends Mammal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Seal()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super(5);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REQUIRED — no-arg super()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doesn't exist on Mammal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90750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whenever a class declares ANY constructor, check that every subclass still compiles.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Initializing a Class vs an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Order of Initialization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Class initialization happens AT MOST ONCE, before first use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1. Initialize the superclass (recursively)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2. Run static variable decls &amp; static initializers, in source order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Instance initialization happens EVERY time an object is created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1. Initialize the class first, if not already done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2. Initialize the superclass instance, then run field/init blocks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3. Run the constructor body last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679250"/>
            <a:ext cx="5743192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679250"/>
            <a:ext cx="5523736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Chick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String name = "Fluffy";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1st — field init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{ System.out.println("init block");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2nd — instance initializer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Chick()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name = "Tiny";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3rd — constructor body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static initializers fire only on the FIRST reference to a class — never again, no matter how many objects you create.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constructor chains run UP, then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Order of Initialization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69250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When constructors call this()/super() up a multi-level hierarchy, find the call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CHAIN first by following it upward to the root, then read the output by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executing TOP-DOWN from that root back to the original constructor.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89250"/>
            <a:ext cx="11247120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89250"/>
            <a:ext cx="11027664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Canine { Canine() { print("q"); }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Fox extends Canine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Fox() { this(1); print("p");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Fox(int x) { print("z");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Fennec extends Fox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Fennec() { print("j");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new Fennec() → chain: Canine → Fox(int) → Fox() → Fennec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output: qzpj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90750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sketch the call graph before reading the print statements — exam questions love 3+ level chains.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 Overriding — The 5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Overriding, Overloading &amp; Hiding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1. Same method signature as the parent (name + parameter types)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2. Access modifier must be AT LEAST as accessible as the parent's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3. May NOT declare a new or broader CHECKED exception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4. Return type must be the same type or a SUBTYPE — covariant return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5. If the parent's method is static, the child's must be too (hiding)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final parent method, or a final parent class, blocks overriding entirely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523675"/>
            <a:ext cx="5743192" cy="35726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523675"/>
            <a:ext cx="5523736" cy="3572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Rhino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protected CharSequence getName()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return "rhino";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JavanRhino extends Rhino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String getName()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return "javan rhino";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OK — String is a CharSequence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declaring fewer or narrower checked exceptions is always fine — only new/broader ones break rule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Overloading vs Overriding — What CAN'T Be Overridden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Overriding, Overloading &amp; Hiding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Overriding — SAME signature; the 5 rules above apply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Overloading — DIFFERENT parameter list; none of the 5 rules apply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Two methods differing ONLY by return type are neither — compile error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private methods — never inherited, so never overridden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final methods — cannot be overridden, by definition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@Override makes the compiler verify your intent at compile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523675"/>
            <a:ext cx="5743192" cy="35726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523675"/>
            <a:ext cx="5523736" cy="3572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Bird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final boolean hasFeathers()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return true;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Penguin extends Bird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final boolean hasFeathers()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return false;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DOES NOT COMPILE — final method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@Override is valid on interface method implementations too, not just superclass overrides.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private methods can NEVER be overridden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Overriding, Overloading &amp; Hiding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0400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private methods are not inherited, so a subclass method with the same signature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is NOT an override — it's an entirely new, unrelated method. @Override would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fail to compile here, which is the giveaway that it isn't a true override.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00400"/>
            <a:ext cx="11247120" cy="2639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00400"/>
            <a:ext cx="11027664" cy="263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Pelican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String fly() { return "Pelican";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Pelican2 extends Pelican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String fly() { return "Pelican2";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NOT an override — unrelated method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resolved by declared type, not polymorphism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79600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an @Override annotation on a private method's 'override' attempt is always a compile-error giveaway.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Variable Hiding &amp; Static Method Hiding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Overriding, Overloading &amp; Hiding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Instance variables CANNOT be overridden — only HIDDEN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child field with the same name creates a SECOND, separate copy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static methods also CANNOT be overridden — only HIDDEN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Hidden members resolve by the REFERENCE TYPE, not the object's type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Casting the reference back to the subtype reaches the hidden child copy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834825"/>
            <a:ext cx="5743192" cy="29503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834825"/>
            <a:ext cx="5523736" cy="2950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Reptile { protected int speed = 10;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Crocodile extends Reptile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protected int speed = 20;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Reptile r = new Crocodile();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System.out.println(r.speed);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10 — reference type Reptile wins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System.out.println(((Crocodile) r).speed);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20 — reference type Crocodile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this is the OPPOSITE of instance method overriding, where the OBJECT's type wins — see the next slide.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overriding = object type; hiding =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Overriding, Overloading &amp; Hiding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3675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This single distinction drives a huge share of inheritance questions. Instance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methods are polymorphic — the OBJECT's actual type decides which version runs.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Variables and static methods are hidden — the REFERENCE's declared type decides.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33675"/>
            <a:ext cx="11247120" cy="35726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233675"/>
            <a:ext cx="11027664" cy="3572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Parent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static String who() { return "Parent";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String name() { return "Parent"; }  // overridden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Child extends Parent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static String who() { return "Child"; }  // hidden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String name() { return "Child"; }        // overridden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Parent p = new Child();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p.who();    // "Parent" — reference type (hiding)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p.name();   // "Child"  — object type (overriding)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6325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ask first: is this a plain instance method (object wins), or a variable/static member (reference wins)?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Polymorphism — Reference Type vs Object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Polymorphism &amp; 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Reference type determines which methods/fields are VISIBLE at compile 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Object (actual runtime) type determines which OVERRIDDEN body RUNS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This runtime lookup is called virtual method invocation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A reference can only call methods declared on its OWN type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     –  even if the underlying object has more methods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Arrays are covariant: a Lion[] can be assigned to an Animal[]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990400"/>
            <a:ext cx="5743192" cy="2639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990400"/>
            <a:ext cx="5523736" cy="263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Animal a = new Lion();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reference type Animal, object type Lion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a.roar();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calls Lion's roar() — virtual invocation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a.huntInPride();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DOES NOT COMPILE — not declared on Animal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storing a Tiger into that Animal[] backed by a Lion[] compiles, then throws ArrayStoreException at runtime.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Casting Between Reference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Polymorphism &amp; 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Upcasting (child → parent) — implicit, always safe, no cast needed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Downcasting (parent → child) — must cast explicitly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bad downcast compiles but throws ClassCastException at RUNTIME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instanceof checks before casting — returns false, never throws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Pattern variables (Java 16+) combine the check and cast in one step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Casting between UNRELATED types is a COMPILE error, not a runtime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679250"/>
            <a:ext cx="5743192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679250"/>
            <a:ext cx="5523736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Animal a = new Lion();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Lion l = (Lion) a;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OK — actually a Lion at runtime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Tiger t = (Tiger) a;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compiles — throws ClassCastException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if (a instanceof Lion lion)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lion.roar();  // pattern variable, pre-cast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String s = (String) a; where a is an Animal reference is a COMPILE error — Animal and String are unrelated.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reference type limits which methods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Polymorphism &amp; 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24825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Even when an object has extra methods, code declaring it through a parent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reference cannot call those extra methods without an explicit cast —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this is a COMPILE error, not a runtime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44825"/>
            <a:ext cx="11247120" cy="295035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544825"/>
            <a:ext cx="11027664" cy="2950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Whale { void dive() { }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class Orca extends Whale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void dive(int depth)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Whale whale = new Orca();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whale.dive();      // OK — declared on Whale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whale.dive(100);   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           // dive(int) only exists on Orca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((Orca) whale).dive(100);  // OK — cast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35175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if the question casts back to the subtype before calling the extra method, it compiles fine — watch for that 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Abstract Classes &amp; Methods — 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Abstract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Abstract classes can NEVER be instantiated directly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Abstract methods have NO body — not even empty braces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An abstract class may contain zero or more abstract methods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concrete class CANNOT contain any abstract methods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Abstract classes CAN have constructors, statics, and concrete methods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The FIRST concrete subclass must implement ALL inherited abstract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460000"/>
            <a:ext cx="5743192" cy="37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460000"/>
            <a:ext cx="5523736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Mammal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abstract void showHorn();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abstract void eatLeaf();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Rhino extends Mammal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void showHorn()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implements one — Rhino stays abstract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BlackRhino extends Rhino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void eatLeaf()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first CONCRETE class — finishes the rest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an abstract class's constructor can't be called with new — only indirectly, through a subclass's super().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Modifiers That Never Mix With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Abstract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final + abstract — final forbids overriding, abstract requires it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private + abstract — private hides it, abstract requires visibility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static + abstract — static can only be HIDDEN, never overridden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abstract methods can't be synchronized either — no body to lock 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All these combinations are always a COMPILE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679250"/>
            <a:ext cx="5743192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679250"/>
            <a:ext cx="5523736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Whale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abstract void sing();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static abstract void surface();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abstract final void dive();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DOES NOT COMPILE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that's the complete list — abstract pairs fine with public, protected, and package-private.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zero abstract methods is still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Abstract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69250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Marking a class abstract only blocks instantiation — it does not require any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abstract methods at all. Conversely, a concrete class must implement every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abstract method it inherits, even ones declared several levels up the hierarchy.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89250"/>
            <a:ext cx="11247120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89250"/>
            <a:ext cx="11027664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Bird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legal — zero abstract methods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abstract class FlightlessBird extends Bird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abstract void waddle();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Penguin extends FlightlessBird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void waddle() {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required — first concrete class in the chain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90750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count abstract methods owed across the WHOLE chain, not just the immediate 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Building an Immutable Class — 5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Immutable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1. Mark the class final, OR make all constructors private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2. Mark every instance variable private AND final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3. Don't define any setter methods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4. Don't let getters leak references to mutable internal state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5. Set every property through the constructor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Immutable objects are inherently thread-safe — state never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679250"/>
            <a:ext cx="5743192" cy="32615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679250"/>
            <a:ext cx="5523736" cy="326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final class Booking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final String guest;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final LocalDate date;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Booking(String guest,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           LocalDate date)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this.guest = guest;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this.date = date;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immutable does NOT mean every field must be a primitive — mutable fields are fine if defensively copied.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Defensive Copies — Protecting Mutable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Immutable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0000"/>
            <a:ext cx="5450000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returned reference to a mutable field lets callers mutate the object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Fix: copy mutable objects going IN (constructor) and OUT (getters)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Applies to arrays, collections, dates, and other mutable types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Arrays need Arrays.copyOf() or clone() — a raw reference is just as leaky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The class stays immutable — only the INTERNAL copy can ever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000" y="1460000"/>
            <a:ext cx="5743192" cy="37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728" y="1460000"/>
            <a:ext cx="5523736" cy="3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final class Itinerary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final List&lt;String&gt; stops;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Itinerary(List&lt;String&gt; stops)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this.stops = new ArrayList&lt;&gt;(stops);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copy IN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public List&lt;String&gt; getStops()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return new ArrayList&lt;&gt;(stops);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    // copy OUT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80000"/>
            <a:ext cx="11247120" cy="620000"/>
          </a:xfrm>
          <a:prstGeom prst="roundRect">
            <a:avLst>
              <a:gd name="adj" fmla="val 1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380000"/>
            <a:ext cx="48768" cy="6200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80000"/>
            <a:ext cx="1096712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FFC857"/>
                </a:solidFill>
                <a:latin typeface="Calibri"/>
              </a:rPr>
              <a:t>💡  Watch for — forgetting the copy going IN is just as dangerous as forgetting it going OUT — both leak a live reference.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C5C"/>
                </a:solidFill>
                <a:latin typeface="Calibri"/>
              </a:rPr>
              <a:t>⚠  EXAM TRAP — immutable needs final OR private constructors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Immutable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0400"/>
            <a:ext cx="1124712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Either restriction alone stops a mutable subclass from being created — final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blocks any subclass, private constructors block subclassing outside the class.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Private constructors are OPTIONAL on the exam, not a hard requirement.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00400"/>
            <a:ext cx="11247120" cy="2639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00400"/>
            <a:ext cx="11027664" cy="263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final class Coordinates { /* ... */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OK — final alone is enough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public class Coordinates2 {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private Coordinates2() { /* ... */ 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    // OK — private constructor alone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5BD8B8"/>
                </a:solidFill>
                <a:latin typeface="Courier New"/>
              </a:rPr>
              <a:t>// needs at least ONE of the two, never 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79600"/>
            <a:ext cx="11247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857"/>
                </a:solidFill>
                <a:latin typeface="Calibri"/>
              </a:rPr>
              <a:t>🔎  Quick check — both approaches are equally valid — don't mark an immutable class wrong just because it picked one over the 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Review Mistakes — What to Watch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0000" y="91440"/>
            <a:ext cx="29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310000"/>
            <a:ext cx="297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8B1A"/>
                </a:solidFill>
                <a:latin typeface="Calibri"/>
              </a:rPr>
              <a:t>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0000"/>
            <a:ext cx="11247120" cy="5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Trace init order: static (parent→child) → instance (parent→child) → constructor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For constructor chains, follow the call path UP, then read output TOP-DOWN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Variables/static methods are HIDDEN (reference type wins); instance methods are OVERRIDDEN (object type wins)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private methods are never inherited — a same-signature subclass method is NOT an override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Covariant return types are valid overrides — same type or a SUBTYPE, never unrelated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missing matching super() call — not a missing parent class — is usually the real compile error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Different parameter lists mean OVERLOADING — none of the 5 override rules apply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Immutable classes need final OR private constructors — never assume both are required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reference type can only call methods it declares — extra object methods need an explicit cast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On multi-select questions, check EVERY option against the actual rule individually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▸  A method with a return type (even void) sharing the class's name is NEVER a constructor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0000" y="5600000"/>
            <a:ext cx="1400000" cy="1400000"/>
          </a:xfrm>
          <a:prstGeom prst="ellipse">
            <a:avLst/>
          </a:prstGeom>
          <a:solidFill>
            <a:srgbClr val="23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Chapter 6 — Class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38B1A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0058400" cy="36576"/>
          </a:xfrm>
          <a:prstGeom prst="rect">
            <a:avLst/>
          </a:prstGeom>
          <a:solidFill>
            <a:srgbClr val="F3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final/abstract/sealed/non-sealed/static — know what each forbids or requires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this()/super() must be first; default constructor exists only with zero declared constructors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Init order: static once (parent→child), then instance every time (parent→child), then constructor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Overriding = 5 rules; private and static methods can't be overridden — only hidden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Variables &amp; static methods resolve by REFERENCE type; overridden methods resolve by OBJECT type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Casting: upcast is implicit, downcast needs an explicit cast and risks ClassCastException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Abstract classes can have zero abstract methods; the first CONCRETE subclass must implement all inherited ones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final+abstract, private+abstract, static+abstract never compile together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✓  Immutable = final fields, no setters, defensive copies in/out, final class OR private constructors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20000"/>
            <a:ext cx="6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9"/>
                </a:solidFill>
                <a:latin typeface="Calibri"/>
              </a:rPr>
              <a:t>OCP Java SE 21  ·  Class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0000" y="6620000"/>
            <a:ext cx="162319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99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