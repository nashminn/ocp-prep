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  <a:latin typeface="Calibri"/>
              </a:rPr>
              <a:t>OCP Java SE 21 — Exam 1Z0-830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  <a:latin typeface="Calibri"/>
              </a:rPr>
              <a:t>Boyarsky &amp; Selikoff  |  Weekly Study Prep 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Chapter 2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Operator Types Overview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Operator Precedence Table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Unary Operators (pre-fix vs post-fix)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Boolean ≠ Numeric — Critical Java Rule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Compound Assignment + Increment Traps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Modulo with Negatives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Numeric Promotion Rules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Casting — Widening vs Narrowing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Overflow &amp; Underflow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Compound Assignment Auto-Cast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Default Literal Types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Assignment as an Expression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instanceof &amp; Pattern Matching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Logical &amp; Short-Circuit Operators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Ternary Operator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Equality Operators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Exam Traps &amp; Review Mistakes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Operator Types &amp; Precedence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Three Operator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Unary — one operand:   !x    ~x    ++x    -x    (int)x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Binary — two operands:  x + y    x &amp;&amp; y    x == y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Ternary — three operands:  condition ? expr1 : expr2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Operators evaluated based on PRECEDENCE, not left-to-right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Same-level operators: left-to-right EXCEPT assignment and ternary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Assignment and ternary are RIGHT-to-LEFT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When in doubt: add parentheses and trace step by step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Operator Precedence (Highest → Lowest)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1.  . ()                    method call          Left → Right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2.  ++ -- (post-fix)                             Left → Right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3.  ++ -- (pre-fix)  + - (unary)  !  ~  (type)  Right → Left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4.  *  /  %                 multiply/divide      Left → Right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5.  +  -                    add/subtract         Left → Right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6.  &lt;&lt;  &gt;&gt;  &gt;&gt;&gt;             bit shift            Left → Right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7.  &lt;  &gt;  &lt;=  &gt;=  instanceof relational         Left → Right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8.  ==  !=                  equality             Left → Right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9.  &amp;                       bitwise AND          Left → Right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10. ^                       bitwise XOR          Left → Right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11. |                       bitwise OR           Left → Right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12. &amp;&amp;                      conditional AND      Left → Right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13. ||                      conditional OR       Left → Right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14. ? :                     ternary              Right → Left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15. = += -= *= /= %= …      assignment           Right → Left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Unary Operators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Unary Operators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!     → boolean only       — logical inversion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~     → integral types only — bitwise complement  (~x == -(x+1))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+ / - → numeric             — unary sign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++ / -- → numeric           — increment/decrement by 1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(type) → cast               — explicit type conversion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CRITICAL: boolean and numeric are COMPLETELY SEPARATE in Java: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! cannot be applied to numeric types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~ cannot be applied to boolean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1 and true have NOTHING to do with each other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Post-fix has HIGHER precedence than pre-fix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5C5C"/>
                </a:solidFill>
                <a:latin typeface="Calibri"/>
              </a:rPr>
              <a:t>⚠  EXAM TRAP — ! is boolean-only, ~ is integral-only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Unlike C/C++, Java keeps boolean and numeric types completely separate.
You CANNOT apply ! to an integer or ~ to a boolean. This always surprises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11247120" cy="13182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81528"/>
            <a:ext cx="11064240" cy="11902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int x = !5;         // DOES NOT COMPILE — ! is for booleans only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boolean b = ~true;  // DOES NOT COMPILE — ~ is for integrals only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int y = ~5;         // OK — y = -(5+1) = -6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boolean c = !true;  // OK — c = false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Pre-fix vs Post-fix — The Key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Post-fix (x++): returns ORIGINAL value, THEN increments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Pre-fix (++x): increments FIRST, THEN returns updated value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Post-fix has higher precedence than pre-fix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Trace carefully through any expression with both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When combined with compound assignment — extra tricky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34112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32832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x = 3;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y = x++;   // y = 3,  x = 4  (old value returned)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z = ++x;   // z = 5,  x = 5  (incremented first)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a = 0;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System.out.println(a++);  // prints 0, a becomes 1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System.out.println(--a);  // a becomes 0, prints 0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Compound assignment trap: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k = 0;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k += k++;   // left k=0, k++ returns 0 (k→1), 0+0=0, k=0  → k is 0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k = 0;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k += ++k;   // left k=0, ++k makes k=1 returns 1, 0+1=1  → k is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5C5C"/>
                </a:solidFill>
                <a:latin typeface="Calibri"/>
              </a:rPr>
              <a:t>⚠  EXAM TRAP — Compound Assignment captures left side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Java evaluates operands LEFT TO RIGHT. In compound assignment k += expr,
the current value of k is captured BEFORE expr is evaluated.
Then the result is written back. This causes very counterintuitive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11247120" cy="20802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81528"/>
            <a:ext cx="11064240" cy="19522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int k = 0;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k += k++;    // Step 1: capture k=0 (left side)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             // Step 2: k++ returns 0, k becomes 1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             // Step 3: 0 + 0 = 0, written to k → k is 0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int k = 0;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k += ++k;    // Step 1: capture k=0 (left side)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             // Step 2: ++k makes k=1, returns 1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             // Step 3: 0 + 1 = 1, written to k → k is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Modulo with Negative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Result of % takes the SIGN of the LEFT operand (the dividend)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This is different from mathematical modulo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Memorize: sign follows the left side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Examples: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-13 % 5  → -3  (NOT 2)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 13 % -5 →  3  (NOT -2)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-13 % -5 → -3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 13 %  5 → 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19634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18354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System.out.println(-13 % 5);   // -3, NOT 2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System.out.println(13 % -5);   //  3, NOT -2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System.out.println(-13 % -5);  // -3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System.out.println(13 % 5);    //  3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Rule: sign of result = sign of LEFT operand (dividend)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Magnitude = remainder from the division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Numeric Promotion &amp; Casting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Numeric Promotion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Rule 1: Smaller type promoted to larger if operands differ in size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Rule 2: Integral promoted to floating-point if one operand is float/double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Rule 3: byte, short, char ALWAYS promoted to int with any binary operator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Even when BOTH operands are the same smaller type!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Rule 4: Result type = the post-promotion type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This means byte + byte → int (NOT byte)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Cannot assign byte + byte result back to byte without cast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24460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23180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short x = 14, y = 3;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var z = x * y;    // z is int — both promoted to int first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byte b = 10;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var result = b + b;   // int — NOT byte! Rule 3 applies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byte sum = b + b;     // DOES NOT COMPILE — result is int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byte sum2 = (byte)(b + b);  // OK — explicit cast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Casting — Widening vs Narrowing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Widening (implicit): safe, compiler handles it automatically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int → long → float → double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byte → short → int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Narrowing (explicit cast): you force it, data MAY be lost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Floating-point to integral: decimal part TRUNCATED (not rounded)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Truncation is toward ZERO (so -0.9 → 0, not -1)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Overflow: value exceeds type range → wraps around silently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No exception, no warning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38938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37658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i = 5;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double d = i;      // OK — widening, implicit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double pi = 3.14159;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t = (int) pi;  // t = 3 — decimal DROPPED, NOT rounded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double neg = -0.9;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n = (int) neg; // n = 0, NOT -1 — toward zero!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byte max = 127;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max++;             // max = -128 — WRAP AROUND, no exception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long a = 100_000_000L;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long b = 100_000_000L;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System.out.println(a * b); // 10000000000000000 — fits in long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5C5C"/>
                </a:solidFill>
                <a:latin typeface="Calibri"/>
              </a:rPr>
              <a:t>⚠  EXAM TRAP — byte+byte = int, and narrowing truncates (not rounds)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Two rules that trip up almost everyone:
1. byte + byte → int. You CANNOT assign it back to byte without explicit cast.
2. Casting float/double to int TRUNCATES toward zero — no rounding.
   (int)(-0.9) = 0 because 0 is closer to zero than -1.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11247120" cy="16992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81528"/>
            <a:ext cx="11064240" cy="15712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byte a = 10, b = 20;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byte c = a + b;        // DOES NOT COMPILE — result is int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byte c = (byte)(a+b);  // OK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double d = -0.9;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int i = (int) d;  // i = 0, NOT -1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// "toward zero" — the decimal just falls off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Compound Assignment Operators Auto-Cast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+=, -=, *=, /=, %= automatically apply narrowing cast back to left-hand type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Plain assignment does NOT do this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This is one of the most-tested compound assignment traps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Equivalence: y *= x  →  y = (int)(y * x)  when y is 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268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255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long x = 10;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y = 5;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y *= x;          // COMPILES — implicitly: y = (int)(y * x)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y = y * x;       // DOES NOT COMPILE — explicit cast required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             //   fix: y = (int)(y * x);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Same with other compound operators: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byte b = 10;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b += 5;          // COMPILES — auto-cast to byte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b = b + 5;       // DOES NOT COMPILE — b+5 is int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Default Literal Types — Common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Decimal literals (3.14) are DOUBLE by default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Assigning to float without f suffix → compile error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Integer literals are INT by default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Too-large literal for int requires L suffix for long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These interact with numeric promotion 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24460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23180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float f = 1.1;            // DOES NOT COMPILE — 1.1 is double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float g = 1.1f;           // OK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long z = 1234567890123;   // DOES NOT COMPILE — too big for int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long w = 1234567890123L;  // OK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Also remember: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i = 'A';   // OK — char widens to int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i =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Assignment Operators &amp; Equality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5C5C"/>
                </a:solidFill>
                <a:latin typeface="Calibri"/>
              </a:rPr>
              <a:t>⚠  EXAM TRAP — Assignment inside if() — always executes!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An assignment returns the value that was assigned.
If (boolVar = true) is ASSIGNMENT, not comparison — it ALWAYS executes the body.
For non-boolean types, this is a compile error. For boolean, it compiles silently.
This is the == vs = confusion — a classic exam gotcha.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11247120" cy="2651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81528"/>
            <a:ext cx="11064240" cy="2523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boolean healthy = false;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if (healthy = true) {           // COMPILES! Assignment, not ==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    System.out.println("This always prints!");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// For non-booleans — compile error: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int x = 5;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if (x = 10) { }   // DOES NOT COMPILE — int is not boolean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// Chaining assignment: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int x = 5;</a:t>
            </a:r>
          </a:p>
          <a:p>
            <a:pPr algn="l"/>
            <a:r>
              <a:rPr sz="1400">
                <a:solidFill>
                  <a:srgbClr val="5BD8B8"/>
                </a:solidFill>
                <a:latin typeface="Courier New"/>
              </a:rPr>
              <a:t>int y = (x = 10);  // y = 10, x = 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instanceof &amp; Pattern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a instanceof B — true if a is a B (or subtype of B)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Pattern matching (Java 16+): auto-casts on match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if (obj instanceof String s) — s is in scope inside block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CRITICAL: If it is IMPOSSIBLE for the left side to ever be the right type,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the COMPILER throws an error — doesn't wait for runtime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No inheritance relationship between the types → compile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34112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32832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Pattern matching: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if (obj instanceof String s) {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System.out.println(s.length());  // s auto-cast to String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}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Impossible cast — COMPILE ERROR: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Integer i = 5;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if (i instanceof String) { }  // DOES NOT COMPILE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Integer can NEVER be a String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Subtype check OK: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Object o = "hello";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if (o instanceof String s) { }  // fine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Logical &amp; Short-Circuit Operators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Logical vs Conditional (Short-Circuit)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&amp;  (Logical AND)  — ALWAYS evaluates both sides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|  (Logical OR)   — ALWAYS evaluates both sides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^  (Logical XOR)  — true only when operands DIFFER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&amp;&amp; (Conditional AND) — short-circuits: skips right if left is false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|| (Conditional OR)  — short-circuits: skips right if left is true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On numeric types: &amp;, |, ^ become BITWISE operators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Always prefer &amp;&amp; over &amp; for null-safe checks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XOR truth table: A ^ B is true only when A ≠ B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34112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32832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String s = null;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Dangerous — &amp; always evaluates both sides: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if (s != null &amp; s.length() &gt; 0) { }  // NPE!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Safe — &amp;&amp; short-circuits: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if (s != null &amp;&amp; s.length() &gt; 0) { } // OK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XOR: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true ^ true   = false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true ^ false  = true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false ^ true  = true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false ^ false = false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Ternary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Syntax: booleanExpression ? exprIfTrue : exprIfFalse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Only ONE of the two expressions is evaluated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Both expressions must be compatible with the result type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Can be used where a value is expected (in assignments, method calls)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Associativity: right-to-left (same as assignment)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Nested ternaries are legal but hard to read — watch for them on exam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29286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280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x = 5;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String result = (x &gt; 3) ? "big" : "small";  // "big"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y = 1;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z = (y &gt; 0) ? y++ : y--;  // z = 1, y = 2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                               // only y++ runs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Nested ternary (legal):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a = 5;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String s = (a &gt; 10) ? "big" : (a &gt; 3) ? "medium" : "small";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// s = "medium"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Equality Operators — == and !=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1206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▪  For PRIMITIVES: == compares by VALUE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For REFERENCES: == compares by MEMORY ADDRESS</a:t>
            </a:r>
          </a:p>
          <a:p>
            <a:r>
              <a:rPr sz="1500">
                <a:solidFill>
                  <a:srgbClr val="CCCCCC"/>
                </a:solidFill>
                <a:latin typeface="Calibri"/>
              </a:rPr>
              <a:t>  –  Same object? true. Same content? Doesn't matter.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Use .equals() to compare object content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Numeric promotion applies: int == long → int promoted to long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null == null → true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▪  Cannot mix incompatible reference types with ==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217920" cy="29286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978408"/>
            <a:ext cx="6035040" cy="280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int a = 5, b = 5;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System.out.println(a == b);         // true — same value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String s1 = new String("hi");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String s2 = new String("hi");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System.out.println(s1 == s2);       // false — different objects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System.out.println(s1.equals(s2));  // true  — same content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String s3 = "hello";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String s4 = "hello";</a:t>
            </a:r>
          </a:p>
          <a:p>
            <a:pPr algn="l"/>
            <a:r>
              <a:rPr sz="1300">
                <a:solidFill>
                  <a:srgbClr val="5BD8B8"/>
                </a:solidFill>
                <a:latin typeface="Courier New"/>
              </a:rPr>
              <a:t>System.out.println(s3 == s4);  // true — string pool, same literal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8B1A"/>
                </a:solidFill>
                <a:latin typeface="Calibri"/>
              </a:rPr>
              <a:t>Review Mistakes — Key Reminders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Review Mistakes — 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38B1A"/>
                </a:solidFill>
                <a:latin typeface="Calibri"/>
              </a:rPr>
              <a:t>Chapter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430000" cy="27432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Q3:  Go through EVERY option individually on multi-answer questions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Answered b, c, f — missed d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Q8:  Answered e, correct is a — re-trace the arithmetic step by step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Q10: Answered a, b, d — correct is e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▪  General — still fuzzy, keep these close: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Post-fix ++ has HIGHER precedence than pre-fix ++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byte/short/char ALWAYS promote to int with binary operators — even byte+byte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Casting float/double to int TRUNCATES — drops decimal, toward zero, NOT round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Compound assignment (+=, etc.) AUTO-CASTS back to left-hand type — plain = does not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% result sign follows LEFT operand (dividend)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if (boolVar = true) compiles and always executes — assignment, not comparison</a:t>
            </a:r>
          </a:p>
          <a:p>
            <a:pPr algn="l"/>
            <a:r>
              <a:rPr sz="1700">
                <a:solidFill>
                  <a:srgbClr val="CCCCCC"/>
                </a:solidFill>
                <a:latin typeface="Calibri"/>
              </a:rPr>
              <a:t>    –  &amp; always evaluates both sides; &amp;&amp; short-circuits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Chapter 2 —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38B1A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10058400" cy="36576"/>
          </a:xfrm>
          <a:prstGeom prst="rect">
            <a:avLst/>
          </a:prstGeom>
          <a:solidFill>
            <a:srgbClr val="F38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Calibri"/>
              </a:rPr>
              <a:t>✓  Post-fix ++ &gt; Pre-fix ++ in precedence; assignment is right-to-left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✓  ! is boolean-only; ~ is integral-only; Java has no truthy/falsy integers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✓  byte/short/char always promote to int with any binary operator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✓  Casting to integral: TRUNCATES toward zero (never rounds)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✓  Compound assignment (+=) auto-casts; plain assignment does not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✓  % sign follows the left operand (dividend)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✓  if (boolVar = true) compiles and always runs — it's assignment!</a:t>
            </a:r>
          </a:p>
          <a:p>
            <a:r>
              <a:rPr sz="1700">
                <a:solidFill>
                  <a:srgbClr val="FFFFFF"/>
                </a:solidFill>
                <a:latin typeface="Calibri"/>
              </a:rPr>
              <a:t>✓  &amp;&amp; short-circuits; &amp; does not — use &amp;&amp; for null-safe checks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