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  <a:latin typeface="Calibri"/>
              </a:rPr>
              <a:t>OCP Java SE 21 — Exam 1Z0-830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Calibri"/>
              </a:rPr>
              <a:t>Boyarsky &amp; Selikoff  |  Weekly Study Prep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Chapter 1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Class &amp; File Structure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The main() Method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Packages &amp; Imports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Constructors &amp; Initialization Order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Primitive Types &amp; Numeric Literals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Reference Types vs Primitives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Wrapper Classes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Text Blocks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Identifiers &amp; Declaring Variables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var — Local Variable Type Inference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Initializing Variables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Variable Scope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Garbage Collection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Exam Traps &amp; Review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Class &amp; File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Class &amp;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One public top-level type per .java file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Filename must match the public class name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A file can have multiple classes — at most one public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Top-level types: class, interface, enum, record, annotation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Required order inside a file — PIC mnemonic: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P → package declaration (first, if present)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I → import statements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 → class/type declaration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Fields &amp; methods can appear in any order inside the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9286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80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DOES NOT COMPILE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import before package is wrong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import java.util.*;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package structure;   // package MUST come first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CORRECT order: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package structure;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import java.util.*;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class Animal {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class Helper { }   // also OK — not public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The main() Method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Writing a main()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Entry point: public static void main(String[] args)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Must be public and static; return type must be void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Parameter variations — all valid: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String[] args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String args[]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String... args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final modifier is optional — still valid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Parameter name (args, x, friends) doesn't matter — type does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Command-line args are indexed from args[0]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static means no object needed to call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4460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3180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All of these are valid main() signatures: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static void main(String[] args) {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static void main(String args[]) {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static void main(String... args) {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final static void main(final String[] args) {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Running with args: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java MyClass hello world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args[0] = "hello", args[1] = "world"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Packages &amp; Imports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Packages &amp; Imports — 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Wildcard * imports all classes directly in the package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Does NOT include subpackages, fields, or methods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Only one wildcard per import; must be at the end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java.lang is auto-imported (String, System, Object…)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Classes in the same package need NO import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Naming conflict: specific import wins over wildcard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Two explicit imports of same name → compiler error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Fix: use fully qualified name inline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9286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80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import java.nio.*;           // BAD — can't reach java.nio.file.Files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import java.nio.*.*;         // BAD — only one wildcard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import java.nio.file.Paths.* // BAD — can't import methods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Conflict resolution: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import java.util.Date;   // specific — WINS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import java.sql.*;        // Date here is ignored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If both needed: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java.util.Date d1 = new java.util.Date();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java.sql.Date  d2 = new java.sql.Date(0);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Command-Line Compilation &amp; Classpath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javac options: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-d &lt;dir&gt;         → output .class files (preserves package structure)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-cp / -classpath / --class-path &lt;path&gt;   → classpath for compilation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java options: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-cp &lt;path&gt; packageb.ClassB   → classpath for running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Case-sensitive: -D (capital) is WRONG for classpath options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Example flow: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javac -d out src/myapp/Main.java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java -cp out myapp.Main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import does NOT reach subpackages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import java.nio.* does NOT give you access to java.nio.file.Files.
Wildcards only import classes directly in that package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13182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1902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import java.nio.*;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CANNOT use Files, Paths, etc. — they're in java.nio.file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import java.nio.file.*;   // This works for Files, Paths, etc.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import java.nio.file.Files;  // Or import specifically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Constructors &amp; Initialization 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Constructor vs Method — Critical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 constructor has the SAME NAME as the class and NO return type — not even void.
A method with a return type (even void) that matches the class name IS NOT a constructor.
It compiles but is never called as a constructor.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16992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5712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public class Chick {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    public Chick() { }           // CONSTRUCTOR — no return type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    public void Chick() { }      // NOT a constructor — regular method!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The void Chick() method compiles, but it's just a method.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new Chick() calls the CONSTRUCTOR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Order of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Three phases, always in this order: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1. Static fields &amp; static initializers (class loading, once)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2. Instance fields &amp; instance initializers (in order they appear)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3. Constructor body runs last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Instance initializer blocks run before the constructor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Multiple initializer blocks run top-to-bottom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This ordering is tested heavily on the exam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68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55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class Chick {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private String name = "Fluffy";      // 1st — field init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{ System.out.println("setting field"); }  // 2nd — init block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public Chick() {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    name = "Tiny";                   // 3rd — constructor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new Chick() output: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setting field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(then name = "Tiny")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Primitive Types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8 Primitive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boolean  — JVM-dependent size  | true or false   | default: false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byte     — 8-bit  signed        | -128 to 127     | default: 0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short    — 16-bit signed        | -32,768 to 32,767 | default: 0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int      — 32-bit signed        | default integer literal | default: 0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long     — 64-bit signed        | needs L/l suffix  | default: 0L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float    — 32-bit IEEE          | NEEDS f/F suffix  | default: 0.0f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double   — 64-bit IEEE          | default decimal literal | default: 0.0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char     — 16-bit UNSIGNED      | 0 to 65,535       | default: '\u0000'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Key facts: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boolean's bit size is unspecified — JVM-dependent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short is signed, char is unsigned — both 16-bit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float REQUIRES f or F suffix — 3.14 is a double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Prefer uppercase L for long — lowercase l looks like 1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String is NOT a primitive — it's a reference 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Numeric Literals — Bases &amp; Underscores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Hexadecimal: 0x or 0X prefix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Binary: 0b or 0B prefix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Octal: leading 0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Underscores for readability — rules: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Cannot START with underscore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Cannot END with underscore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Cannot be adjacent to a decimal point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Can appear anywhere else (even multiple)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68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55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hex    = 0xFF;          // hexadecimal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binary = 0b1010;        // binary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octal  = 017;           // octal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million = 1_000_000;     // OK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double d    = 1_00_0.0_0;    // OK (ugly but compiles)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double bad1 = _1000.0;       // DOES NOT COMPILE — starts with _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double bad2 = 1000.0_;       // DOES NOT COMPILE — ends with _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double bad3 = 1000_.0;       // DOES NOT COMPILE — adjacent to '.'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float literals MUST have f/F suffix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 bare decimal literal like 3.14 is a double by default.
Assigning it to a float WITHOUT the f suffix is a compile error.
This is Q23 from your review — a common mistake!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13182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1902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float f = 3.14;    // DOES NOT COMPILE — 3.14 is double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float g = 3.14f;   // OK — explicit float literal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float h = (float) 3.14;  // OK — explicit cast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double d = 3.14;   // fine — decimal defaults to double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Reference Types vs Primitives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Reference Types vs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Reference types point to an object on the heap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All references are the same size regardless of object type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Reference types CAN be null; primitives CANNOT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Reference types have methods; primitives do not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Primitive names are lowercase; class names start uppercase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The OBJECT gets garbage collected, not the reference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Wrapper classes bridge primitives and objects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Boolean, Byte, Short, Integer, Long, Float, Double, Character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Boolean and Character do NOT inherit from Number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68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55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value = null;     // DOES NOT COMPILE — primitive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name = null;   // fine — reference type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Wrapper parsing: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x = Integer.parseInt("123");    // returns primitive int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Integer y = Integer.valueOf("123"); // returns Integer object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Boolean trap: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Boolean.valueOf("kangaroo")  // → false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Boolean.valueOf("true")      // → true (case-insensitive)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Text Blocks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Text Blocks — Multiline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Delimiter: triple-quote """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Opening """ MUST be followed by a newline — not on same line as content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Type is still String — all String methods work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Essential whitespace: part of the string value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Incidental whitespace: leading spaces that align code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Determined by the leftmost non-whitespace character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Stripped from the output automatically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Escape sequences: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\ at end of line suppresses the newline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\s preserves trailing spaces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34112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3283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block = """doe""";    // DOES NOT COMPILE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                          // opening """ needs newline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valid = """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doe \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deer""";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Output: "doe deer"  (backslash suppresses newline)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poem = """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Roses are red,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Violets are blue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""";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Incidental spaces stripped; trailing newline included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Identifiers &amp; var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Legal Identifiers — 4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1. Must begin with a letter, currency symbol ($, ¥, €), or underscore _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2. Can include digits but CANNOT start with a digit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3. Single underscore _ alone is NOT valid (illegal since Java 9)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4. Cannot use a Java reserved word (true, false, null also off-limits)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Valid examples: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okIdentifier    $OK2Identifier    _alsoOK1    __SStillOK$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Invalid examples: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3DPointClass   (starts with digit)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hollywood@vine  (@ not allowed)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*$coffee        (* not valid start character)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_               (single underscore)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public          (reserved word)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var is NOT a reserved word — can be used as variable/method name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BUT var IS a reserved type name — cannot be class, interface, or enum 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var — Local Variable Type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var is for LOCAL VARIABLES ONLY. Cannot be used for: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Instance variables (fields)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Class/static variables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Method parameters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Constructor parameters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var rules: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Must be initialized on SAME LINE as declaration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Type inferred at compile time and CANNOT change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Cannot be initialized with null (no type to infer)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Cannot be used in multi-variable declarations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38938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37658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class Zoo {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var tricky = "Hello";  // DOES NOT COMPILE — instance var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public int add(var a, var b) { // DOES NOT COMPILE — param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var n = null;         // DOES NOT COMPILE — can't infer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var a, b = 3;         // DOES NOT COMPILE — multi-var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var question;         // DOES NOT COMPILE — needs init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question = 1;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var number = 7;       // OK — inferred as int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number = "five";      // DOES NOT COMPILE — already int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var name = "hello";   // String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name = null;          // OK — String can be null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var in multi-variable declarations — always invalid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var cannot appear in a multi-variable declaration regardless of which variables use var.
Q8 and Q18 from your review — you missed this pattern twice!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16992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5712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var a, b = 3;         // DOES NOT COMPILE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a, var b = 3;     // DOES NOT COMPILE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var CAN be used as a variable name inside a method: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var = 3;          // COMPILES — var is not a reserved word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BUT NOT as a class/interface/enum name: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class var { }         // DOES NOT COMPILE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Initializing Variables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Local vs Instance Variable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Local variables: NO default value — must initialize before use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Compiler checks ALL code paths — any uninitialized path = error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A declared-but-never-used local variable needs no initialization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Instance &amp; class variables: automatically initialized: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Objects → null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Numeric types → 0 / 0L / 0.0f / 0.0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boolean → false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char → '\u0000'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final local variables cannot be reassigned after initialization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38938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37658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x;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reply = x + 1;  // DOES NOT COMPILE — x not initialized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Branch analysis: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answer;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(check) { answer = 1;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else        { answer = 2;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System.out.println(answer);  // OK — all paths covered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onlyOne;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(check) { onlyOne = 1;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System.out.println(onlyOne);  // DOES NOT COMPILE — else path missing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final int y = 10;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y = 20;   // DOES NOT COMPILE — final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Variable Scope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Variable Scope — By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Local variable — from declaration to END of its block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Method parameter — for the ENTIRE method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Instance variable — from declaration until object is eligible for GC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Class (static) variable — from declaration until PROGRAM ENDS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Inner blocks can access outer variables — NOT vice versa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Scope questions often disguised as logic questions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Always count the closing braces to track scope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Q12 from review: variable in if block is out of scope after }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68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55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(hungry) {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int bites = 1;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{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    var tiny = true;    // tiny in scope here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System.out.println(tiny);  // DOES NOT COMPILE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                           // tiny out of scope after inner 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System.out.println(bites);     // DOES NOT COMPILE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                           // bites out of scope after if 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Garbage Collection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Garbage Collection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All Java objects live on the heap (free store)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JVM's GC automatically frees memory for unreachable objects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System.gc() suggests GC — NOT guaranteed to run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The OBJECT gets GC'd — not the reference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Object becomes eligible for GC when: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No reference points to it (all refs reassigned or nulled)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All references pointing to it have gone out of scope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Track ALL references — including those passed into methods (Q5!)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4460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3180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one = new String("a");   // one → "a"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two = new String("b");   // two → "b"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one = two;        // one now → "b"; "a" has NO refs → eligible GC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three = one;  // three → "b"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one = null;       // "b" still has two and three → NOT eligible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"b" eligible when both two and three go out of scope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(end of method)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Tracking ALL references — Q5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An object stays alive if ANY reference points to it — including references
passed into method calls. Don't only track the named variable.
In Q5: brownBear object stayed alive because pandaBear inside roar() still held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1889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761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String brownBear = new BrownBear();   // line 9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roar(brownBear);   // pandaBear inside roar() also points to it!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...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brownBear = null;  // line 13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Object NOT eligible at line 12.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Only eligible AFTER line 13 AND after roar() returns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(so pandaBear local ref also goes out of scope)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Review Mistakes — Key Reminders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Review Mistakes — What to Watch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Q3:  main is a METHOD, not a class. bun is a reference, not a class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Q5:  Track ALL references including those inside called methods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Q7:  'Which are true' — find ALL correct answers, not just one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Q8:  var cannot be used in multi-variable declarations — var a, b = 3 fails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Q11: Same-package classes are automatically visible — NO import needed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Q12: Variable in if block is out of scope immediately after that block closes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Q13: Read each option against actual Java rules — not every plausible claim is true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Q14: var cannot be an instance variable; var var = 3 at field level fails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Q18: var in multi-variable declaration always invalid — same as Q8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Q20: A method with a return type (even void) is NEVER a constructor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Q22: Check all stated constraints before selecting an answer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Q23: float literals MUST end in f/F — bare decimal is double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Chapter 1 —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38B1A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0058400" cy="36576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alibri"/>
              </a:rPr>
              <a:t>✓  PIC mnemonic: Package → Import → Class (required file order)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Constructor = same name as class + NO return type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float needs f suffix; long needs L suffix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var = local variables only; must init on same line; no null; no multi-var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Local vars have NO defaults; instance/class vars DO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Wildcard imports don't reach subpackages; java.lang is auto-imported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Object eligible for GC when ALL references gone — track every ref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Single _ is illegal as an identifier (since Java 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